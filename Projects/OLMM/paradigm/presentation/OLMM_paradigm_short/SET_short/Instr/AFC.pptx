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2" d="100"/>
          <a:sy n="122" d="100"/>
        </p:scale>
        <p:origin x="11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smtClean="0"/>
              <a:t>Titelmasterformat durch Klicken bearbeiten</a:t>
            </a:r>
            <a:endParaRPr lang="en-US"/>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smtClean="0"/>
              <a:t>Formatvorlage des Untertitelmasters durch Klicken bearbeiten</a:t>
            </a:r>
            <a:endParaRPr lang="en-US"/>
          </a:p>
        </p:txBody>
      </p:sp>
      <p:sp>
        <p:nvSpPr>
          <p:cNvPr id="4" name="Datumsplatzhalter 3"/>
          <p:cNvSpPr>
            <a:spLocks noGrp="1"/>
          </p:cNvSpPr>
          <p:nvPr>
            <p:ph type="dt" sz="half" idx="10"/>
          </p:nvPr>
        </p:nvSpPr>
        <p:spPr/>
        <p:txBody>
          <a:bodyPr/>
          <a:lstStyle/>
          <a:p>
            <a:fld id="{D22B1AC3-01F8-4C06-BEAB-F06B3E791214}" type="datetimeFigureOut">
              <a:rPr lang="en-US" smtClean="0"/>
              <a:t>7/12/2023</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7DF02910-191E-4778-A3F3-49D976E4921E}" type="slidenum">
              <a:rPr lang="en-US" smtClean="0"/>
              <a:t>‹Nr.›</a:t>
            </a:fld>
            <a:endParaRPr lang="en-US"/>
          </a:p>
        </p:txBody>
      </p:sp>
    </p:spTree>
    <p:extLst>
      <p:ext uri="{BB962C8B-B14F-4D97-AF65-F5344CB8AC3E}">
        <p14:creationId xmlns:p14="http://schemas.microsoft.com/office/powerpoint/2010/main" val="3070469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en-US"/>
          </a:p>
        </p:txBody>
      </p:sp>
      <p:sp>
        <p:nvSpPr>
          <p:cNvPr id="3" name="Inhaltsplatzhalter 2"/>
          <p:cNvSpPr>
            <a:spLocks noGrp="1"/>
          </p:cNvSpPr>
          <p:nvPr>
            <p:ph idx="1"/>
          </p:nvPr>
        </p:nvSpPr>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umsplatzhalter 3"/>
          <p:cNvSpPr>
            <a:spLocks noGrp="1"/>
          </p:cNvSpPr>
          <p:nvPr>
            <p:ph type="dt" sz="half" idx="10"/>
          </p:nvPr>
        </p:nvSpPr>
        <p:spPr/>
        <p:txBody>
          <a:bodyPr/>
          <a:lstStyle/>
          <a:p>
            <a:fld id="{D22B1AC3-01F8-4C06-BEAB-F06B3E791214}" type="datetimeFigureOut">
              <a:rPr lang="en-US" smtClean="0"/>
              <a:t>7/12/2023</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7DF02910-191E-4778-A3F3-49D976E4921E}" type="slidenum">
              <a:rPr lang="en-US" smtClean="0"/>
              <a:t>‹Nr.›</a:t>
            </a:fld>
            <a:endParaRPr lang="en-US"/>
          </a:p>
        </p:txBody>
      </p:sp>
    </p:spTree>
    <p:extLst>
      <p:ext uri="{BB962C8B-B14F-4D97-AF65-F5344CB8AC3E}">
        <p14:creationId xmlns:p14="http://schemas.microsoft.com/office/powerpoint/2010/main" val="4022455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smtClean="0"/>
              <a:t>Titelmasterformat durch Klicken bearbeiten</a:t>
            </a:r>
            <a:endParaRPr lang="en-US"/>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smtClean="0"/>
              <a:t>Formatvorlagen des Textmasters bearbeiten</a:t>
            </a:r>
          </a:p>
        </p:txBody>
      </p:sp>
      <p:sp>
        <p:nvSpPr>
          <p:cNvPr id="4" name="Datumsplatzhalter 3"/>
          <p:cNvSpPr>
            <a:spLocks noGrp="1"/>
          </p:cNvSpPr>
          <p:nvPr>
            <p:ph type="dt" sz="half" idx="10"/>
          </p:nvPr>
        </p:nvSpPr>
        <p:spPr/>
        <p:txBody>
          <a:bodyPr/>
          <a:lstStyle/>
          <a:p>
            <a:fld id="{D22B1AC3-01F8-4C06-BEAB-F06B3E791214}" type="datetimeFigureOut">
              <a:rPr lang="en-US" smtClean="0"/>
              <a:t>7/12/2023</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7DF02910-191E-4778-A3F3-49D976E4921E}" type="slidenum">
              <a:rPr lang="en-US" smtClean="0"/>
              <a:t>‹Nr.›</a:t>
            </a:fld>
            <a:endParaRPr lang="en-US"/>
          </a:p>
        </p:txBody>
      </p:sp>
    </p:spTree>
    <p:extLst>
      <p:ext uri="{BB962C8B-B14F-4D97-AF65-F5344CB8AC3E}">
        <p14:creationId xmlns:p14="http://schemas.microsoft.com/office/powerpoint/2010/main" val="3179378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en-US"/>
          </a:p>
        </p:txBody>
      </p:sp>
      <p:sp>
        <p:nvSpPr>
          <p:cNvPr id="3" name="Inhaltsplatzhalter 2"/>
          <p:cNvSpPr>
            <a:spLocks noGrp="1"/>
          </p:cNvSpPr>
          <p:nvPr>
            <p:ph sz="half" idx="1"/>
          </p:nvPr>
        </p:nvSpPr>
        <p:spPr>
          <a:xfrm>
            <a:off x="838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Inhaltsplatzhalter 3"/>
          <p:cNvSpPr>
            <a:spLocks noGrp="1"/>
          </p:cNvSpPr>
          <p:nvPr>
            <p:ph sz="half" idx="2"/>
          </p:nvPr>
        </p:nvSpPr>
        <p:spPr>
          <a:xfrm>
            <a:off x="6172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5" name="Datumsplatzhalter 4"/>
          <p:cNvSpPr>
            <a:spLocks noGrp="1"/>
          </p:cNvSpPr>
          <p:nvPr>
            <p:ph type="dt" sz="half" idx="10"/>
          </p:nvPr>
        </p:nvSpPr>
        <p:spPr/>
        <p:txBody>
          <a:bodyPr/>
          <a:lstStyle/>
          <a:p>
            <a:fld id="{D22B1AC3-01F8-4C06-BEAB-F06B3E791214}" type="datetimeFigureOut">
              <a:rPr lang="en-US" smtClean="0"/>
              <a:t>7/12/2023</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7DF02910-191E-4778-A3F3-49D976E4921E}" type="slidenum">
              <a:rPr lang="en-US" smtClean="0"/>
              <a:t>‹Nr.›</a:t>
            </a:fld>
            <a:endParaRPr lang="en-US"/>
          </a:p>
        </p:txBody>
      </p:sp>
    </p:spTree>
    <p:extLst>
      <p:ext uri="{BB962C8B-B14F-4D97-AF65-F5344CB8AC3E}">
        <p14:creationId xmlns:p14="http://schemas.microsoft.com/office/powerpoint/2010/main" val="1531243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smtClean="0"/>
              <a:t>Titelmasterformat durch Klicken bearbeiten</a:t>
            </a:r>
            <a:endParaRPr lang="en-US"/>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7" name="Datumsplatzhalter 6"/>
          <p:cNvSpPr>
            <a:spLocks noGrp="1"/>
          </p:cNvSpPr>
          <p:nvPr>
            <p:ph type="dt" sz="half" idx="10"/>
          </p:nvPr>
        </p:nvSpPr>
        <p:spPr/>
        <p:txBody>
          <a:bodyPr/>
          <a:lstStyle/>
          <a:p>
            <a:fld id="{D22B1AC3-01F8-4C06-BEAB-F06B3E791214}" type="datetimeFigureOut">
              <a:rPr lang="en-US" smtClean="0"/>
              <a:t>7/12/2023</a:t>
            </a:fld>
            <a:endParaRPr lang="en-US"/>
          </a:p>
        </p:txBody>
      </p:sp>
      <p:sp>
        <p:nvSpPr>
          <p:cNvPr id="8" name="Fußzeilenplatzhalter 7"/>
          <p:cNvSpPr>
            <a:spLocks noGrp="1"/>
          </p:cNvSpPr>
          <p:nvPr>
            <p:ph type="ftr" sz="quarter" idx="11"/>
          </p:nvPr>
        </p:nvSpPr>
        <p:spPr/>
        <p:txBody>
          <a:bodyPr/>
          <a:lstStyle/>
          <a:p>
            <a:endParaRPr lang="en-US"/>
          </a:p>
        </p:txBody>
      </p:sp>
      <p:sp>
        <p:nvSpPr>
          <p:cNvPr id="9" name="Foliennummernplatzhalter 8"/>
          <p:cNvSpPr>
            <a:spLocks noGrp="1"/>
          </p:cNvSpPr>
          <p:nvPr>
            <p:ph type="sldNum" sz="quarter" idx="12"/>
          </p:nvPr>
        </p:nvSpPr>
        <p:spPr/>
        <p:txBody>
          <a:bodyPr/>
          <a:lstStyle/>
          <a:p>
            <a:fld id="{7DF02910-191E-4778-A3F3-49D976E4921E}" type="slidenum">
              <a:rPr lang="en-US" smtClean="0"/>
              <a:t>‹Nr.›</a:t>
            </a:fld>
            <a:endParaRPr lang="en-US"/>
          </a:p>
        </p:txBody>
      </p:sp>
    </p:spTree>
    <p:extLst>
      <p:ext uri="{BB962C8B-B14F-4D97-AF65-F5344CB8AC3E}">
        <p14:creationId xmlns:p14="http://schemas.microsoft.com/office/powerpoint/2010/main" val="2335668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en-US"/>
          </a:p>
        </p:txBody>
      </p:sp>
      <p:sp>
        <p:nvSpPr>
          <p:cNvPr id="3" name="Datumsplatzhalter 2"/>
          <p:cNvSpPr>
            <a:spLocks noGrp="1"/>
          </p:cNvSpPr>
          <p:nvPr>
            <p:ph type="dt" sz="half" idx="10"/>
          </p:nvPr>
        </p:nvSpPr>
        <p:spPr/>
        <p:txBody>
          <a:bodyPr/>
          <a:lstStyle/>
          <a:p>
            <a:fld id="{D22B1AC3-01F8-4C06-BEAB-F06B3E791214}" type="datetimeFigureOut">
              <a:rPr lang="en-US" smtClean="0"/>
              <a:t>7/12/2023</a:t>
            </a:fld>
            <a:endParaRPr lang="en-US"/>
          </a:p>
        </p:txBody>
      </p:sp>
      <p:sp>
        <p:nvSpPr>
          <p:cNvPr id="4" name="Fußzeilenplatzhalter 3"/>
          <p:cNvSpPr>
            <a:spLocks noGrp="1"/>
          </p:cNvSpPr>
          <p:nvPr>
            <p:ph type="ftr" sz="quarter" idx="11"/>
          </p:nvPr>
        </p:nvSpPr>
        <p:spPr/>
        <p:txBody>
          <a:bodyPr/>
          <a:lstStyle/>
          <a:p>
            <a:endParaRPr lang="en-US"/>
          </a:p>
        </p:txBody>
      </p:sp>
      <p:sp>
        <p:nvSpPr>
          <p:cNvPr id="5" name="Foliennummernplatzhalter 4"/>
          <p:cNvSpPr>
            <a:spLocks noGrp="1"/>
          </p:cNvSpPr>
          <p:nvPr>
            <p:ph type="sldNum" sz="quarter" idx="12"/>
          </p:nvPr>
        </p:nvSpPr>
        <p:spPr/>
        <p:txBody>
          <a:bodyPr/>
          <a:lstStyle/>
          <a:p>
            <a:fld id="{7DF02910-191E-4778-A3F3-49D976E4921E}" type="slidenum">
              <a:rPr lang="en-US" smtClean="0"/>
              <a:t>‹Nr.›</a:t>
            </a:fld>
            <a:endParaRPr lang="en-US"/>
          </a:p>
        </p:txBody>
      </p:sp>
    </p:spTree>
    <p:extLst>
      <p:ext uri="{BB962C8B-B14F-4D97-AF65-F5344CB8AC3E}">
        <p14:creationId xmlns:p14="http://schemas.microsoft.com/office/powerpoint/2010/main" val="1422440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D22B1AC3-01F8-4C06-BEAB-F06B3E791214}" type="datetimeFigureOut">
              <a:rPr lang="en-US" smtClean="0"/>
              <a:t>7/12/2023</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7DF02910-191E-4778-A3F3-49D976E4921E}" type="slidenum">
              <a:rPr lang="en-US" smtClean="0"/>
              <a:t>‹Nr.›</a:t>
            </a:fld>
            <a:endParaRPr lang="en-US"/>
          </a:p>
        </p:txBody>
      </p:sp>
    </p:spTree>
    <p:extLst>
      <p:ext uri="{BB962C8B-B14F-4D97-AF65-F5344CB8AC3E}">
        <p14:creationId xmlns:p14="http://schemas.microsoft.com/office/powerpoint/2010/main" val="3464326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en-US"/>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D22B1AC3-01F8-4C06-BEAB-F06B3E791214}" type="datetimeFigureOut">
              <a:rPr lang="en-US" smtClean="0"/>
              <a:t>7/12/2023</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7DF02910-191E-4778-A3F3-49D976E4921E}" type="slidenum">
              <a:rPr lang="en-US" smtClean="0"/>
              <a:t>‹Nr.›</a:t>
            </a:fld>
            <a:endParaRPr lang="en-US"/>
          </a:p>
        </p:txBody>
      </p:sp>
    </p:spTree>
    <p:extLst>
      <p:ext uri="{BB962C8B-B14F-4D97-AF65-F5344CB8AC3E}">
        <p14:creationId xmlns:p14="http://schemas.microsoft.com/office/powerpoint/2010/main" val="333005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en-US"/>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D22B1AC3-01F8-4C06-BEAB-F06B3E791214}" type="datetimeFigureOut">
              <a:rPr lang="en-US" smtClean="0"/>
              <a:t>7/12/2023</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7DF02910-191E-4778-A3F3-49D976E4921E}" type="slidenum">
              <a:rPr lang="en-US" smtClean="0"/>
              <a:t>‹Nr.›</a:t>
            </a:fld>
            <a:endParaRPr lang="en-US"/>
          </a:p>
        </p:txBody>
      </p:sp>
    </p:spTree>
    <p:extLst>
      <p:ext uri="{BB962C8B-B14F-4D97-AF65-F5344CB8AC3E}">
        <p14:creationId xmlns:p14="http://schemas.microsoft.com/office/powerpoint/2010/main" val="1655007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en-US"/>
          </a:p>
        </p:txBody>
      </p:sp>
      <p:sp>
        <p:nvSpPr>
          <p:cNvPr id="3" name="Vertikaler Textplatzhalter 2"/>
          <p:cNvSpPr>
            <a:spLocks noGrp="1"/>
          </p:cNvSpPr>
          <p:nvPr>
            <p:ph type="body" orient="vert" idx="1"/>
          </p:nvPr>
        </p:nvSpPr>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umsplatzhalter 3"/>
          <p:cNvSpPr>
            <a:spLocks noGrp="1"/>
          </p:cNvSpPr>
          <p:nvPr>
            <p:ph type="dt" sz="half" idx="10"/>
          </p:nvPr>
        </p:nvSpPr>
        <p:spPr/>
        <p:txBody>
          <a:bodyPr/>
          <a:lstStyle/>
          <a:p>
            <a:fld id="{D22B1AC3-01F8-4C06-BEAB-F06B3E791214}" type="datetimeFigureOut">
              <a:rPr lang="en-US" smtClean="0"/>
              <a:t>7/12/2023</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7DF02910-191E-4778-A3F3-49D976E4921E}" type="slidenum">
              <a:rPr lang="en-US" smtClean="0"/>
              <a:t>‹Nr.›</a:t>
            </a:fld>
            <a:endParaRPr lang="en-US"/>
          </a:p>
        </p:txBody>
      </p:sp>
    </p:spTree>
    <p:extLst>
      <p:ext uri="{BB962C8B-B14F-4D97-AF65-F5344CB8AC3E}">
        <p14:creationId xmlns:p14="http://schemas.microsoft.com/office/powerpoint/2010/main" val="784465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smtClean="0"/>
              <a:t>Titelmasterformat durch Klicken bearbeiten</a:t>
            </a:r>
            <a:endParaRPr lang="en-US"/>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umsplatzhalter 3"/>
          <p:cNvSpPr>
            <a:spLocks noGrp="1"/>
          </p:cNvSpPr>
          <p:nvPr>
            <p:ph type="dt" sz="half" idx="10"/>
          </p:nvPr>
        </p:nvSpPr>
        <p:spPr/>
        <p:txBody>
          <a:bodyPr/>
          <a:lstStyle/>
          <a:p>
            <a:fld id="{D22B1AC3-01F8-4C06-BEAB-F06B3E791214}" type="datetimeFigureOut">
              <a:rPr lang="en-US" smtClean="0"/>
              <a:t>7/12/2023</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7DF02910-191E-4778-A3F3-49D976E4921E}" type="slidenum">
              <a:rPr lang="en-US" smtClean="0"/>
              <a:t>‹Nr.›</a:t>
            </a:fld>
            <a:endParaRPr lang="en-US"/>
          </a:p>
        </p:txBody>
      </p:sp>
    </p:spTree>
    <p:extLst>
      <p:ext uri="{BB962C8B-B14F-4D97-AF65-F5344CB8AC3E}">
        <p14:creationId xmlns:p14="http://schemas.microsoft.com/office/powerpoint/2010/main" val="1791915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endParaRPr lang="en-US" dirty="0"/>
          </a:p>
        </p:txBody>
      </p:sp>
      <p:sp>
        <p:nvSpPr>
          <p:cNvPr id="4" name="Date Placeholder 3"/>
          <p:cNvSpPr>
            <a:spLocks noGrp="1"/>
          </p:cNvSpPr>
          <p:nvPr>
            <p:ph type="dt" sz="half" idx="10"/>
          </p:nvPr>
        </p:nvSpPr>
        <p:spPr/>
        <p:txBody>
          <a:bodyPr/>
          <a:lstStyle/>
          <a:p>
            <a:fld id="{52CD75EF-EFB4-4026-95B9-275770A67C68}" type="datetimeFigureOut">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3045C0-F0A1-4009-811B-97EA5C040DD0}" type="slidenum">
              <a:rPr lang="en-US" smtClean="0"/>
              <a:t>‹Nr.›</a:t>
            </a:fld>
            <a:endParaRPr lang="en-US"/>
          </a:p>
        </p:txBody>
      </p:sp>
    </p:spTree>
    <p:extLst>
      <p:ext uri="{BB962C8B-B14F-4D97-AF65-F5344CB8AC3E}">
        <p14:creationId xmlns:p14="http://schemas.microsoft.com/office/powerpoint/2010/main" val="3413044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US" dirty="0"/>
          </a:p>
        </p:txBody>
      </p:sp>
      <p:sp>
        <p:nvSpPr>
          <p:cNvPr id="3" name="Content Placehold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2CD75EF-EFB4-4026-95B9-275770A67C68}" type="datetimeFigureOut">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3045C0-F0A1-4009-811B-97EA5C040DD0}" type="slidenum">
              <a:rPr lang="en-US" smtClean="0"/>
              <a:t>‹Nr.›</a:t>
            </a:fld>
            <a:endParaRPr lang="en-US"/>
          </a:p>
        </p:txBody>
      </p:sp>
    </p:spTree>
    <p:extLst>
      <p:ext uri="{BB962C8B-B14F-4D97-AF65-F5344CB8AC3E}">
        <p14:creationId xmlns:p14="http://schemas.microsoft.com/office/powerpoint/2010/main" val="31628186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de-DE"/>
              <a:t>Titelmasterformat durch Klicken bearbeiten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4" name="Date Placeholder 3"/>
          <p:cNvSpPr>
            <a:spLocks noGrp="1"/>
          </p:cNvSpPr>
          <p:nvPr>
            <p:ph type="dt" sz="half" idx="10"/>
          </p:nvPr>
        </p:nvSpPr>
        <p:spPr/>
        <p:txBody>
          <a:bodyPr/>
          <a:lstStyle/>
          <a:p>
            <a:fld id="{52CD75EF-EFB4-4026-95B9-275770A67C68}" type="datetimeFigureOut">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3045C0-F0A1-4009-811B-97EA5C040DD0}" type="slidenum">
              <a:rPr lang="en-US" smtClean="0"/>
              <a:t>‹Nr.›</a:t>
            </a:fld>
            <a:endParaRPr lang="en-US"/>
          </a:p>
        </p:txBody>
      </p:sp>
    </p:spTree>
    <p:extLst>
      <p:ext uri="{BB962C8B-B14F-4D97-AF65-F5344CB8AC3E}">
        <p14:creationId xmlns:p14="http://schemas.microsoft.com/office/powerpoint/2010/main" val="583153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2CD75EF-EFB4-4026-95B9-275770A67C68}" type="datetimeFigureOut">
              <a:rPr lang="en-US" smtClean="0"/>
              <a:t>7/12/2023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3045C0-F0A1-4009-811B-97EA5C040DD0}" type="slidenum">
              <a:rPr lang="en-US" smtClean="0"/>
              <a:t>‹Nr.›</a:t>
            </a:fld>
            <a:endParaRPr lang="en-US"/>
          </a:p>
        </p:txBody>
      </p:sp>
    </p:spTree>
    <p:extLst>
      <p:ext uri="{BB962C8B-B14F-4D97-AF65-F5344CB8AC3E}">
        <p14:creationId xmlns:p14="http://schemas.microsoft.com/office/powerpoint/2010/main" val="9407749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de-DE"/>
              <a:t>Titelmasterformat durch Klicken bearbeiten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Content Placeholder 3"/>
          <p:cNvSpPr>
            <a:spLocks noGrp="1"/>
          </p:cNvSpPr>
          <p:nvPr>
            <p:ph sz="half" idx="2"/>
          </p:nvPr>
        </p:nvSpPr>
        <p:spPr>
          <a:xfrm>
            <a:off x="839788" y="2505075"/>
            <a:ext cx="5157787"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Content Placeholder 5"/>
          <p:cNvSpPr>
            <a:spLocks noGrp="1"/>
          </p:cNvSpPr>
          <p:nvPr>
            <p:ph sz="quarter" idx="4"/>
          </p:nvPr>
        </p:nvSpPr>
        <p:spPr>
          <a:xfrm>
            <a:off x="6172200" y="2505075"/>
            <a:ext cx="5183188"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2CD75EF-EFB4-4026-95B9-275770A67C68}" type="datetimeFigureOut">
              <a:rPr lang="en-US" smtClean="0"/>
              <a:t>7/12/2023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3045C0-F0A1-4009-811B-97EA5C040DD0}" type="slidenum">
              <a:rPr lang="en-US" smtClean="0"/>
              <a:t>‹Nr.›</a:t>
            </a:fld>
            <a:endParaRPr lang="en-US"/>
          </a:p>
        </p:txBody>
      </p:sp>
    </p:spTree>
    <p:extLst>
      <p:ext uri="{BB962C8B-B14F-4D97-AF65-F5344CB8AC3E}">
        <p14:creationId xmlns:p14="http://schemas.microsoft.com/office/powerpoint/2010/main" val="3923224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US" dirty="0"/>
          </a:p>
        </p:txBody>
      </p:sp>
      <p:sp>
        <p:nvSpPr>
          <p:cNvPr id="3" name="Date Placeholder 2"/>
          <p:cNvSpPr>
            <a:spLocks noGrp="1"/>
          </p:cNvSpPr>
          <p:nvPr>
            <p:ph type="dt" sz="half" idx="10"/>
          </p:nvPr>
        </p:nvSpPr>
        <p:spPr/>
        <p:txBody>
          <a:bodyPr/>
          <a:lstStyle/>
          <a:p>
            <a:fld id="{52CD75EF-EFB4-4026-95B9-275770A67C68}" type="datetimeFigureOut">
              <a:rPr lang="en-US" smtClean="0"/>
              <a:t>7/12/2023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3045C0-F0A1-4009-811B-97EA5C040DD0}" type="slidenum">
              <a:rPr lang="en-US" smtClean="0"/>
              <a:t>‹Nr.›</a:t>
            </a:fld>
            <a:endParaRPr lang="en-US"/>
          </a:p>
        </p:txBody>
      </p:sp>
    </p:spTree>
    <p:extLst>
      <p:ext uri="{BB962C8B-B14F-4D97-AF65-F5344CB8AC3E}">
        <p14:creationId xmlns:p14="http://schemas.microsoft.com/office/powerpoint/2010/main" val="4261471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CD75EF-EFB4-4026-95B9-275770A67C68}" type="datetimeFigureOut">
              <a:rPr lang="en-US" smtClean="0"/>
              <a:t>7/12/2023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3045C0-F0A1-4009-811B-97EA5C040DD0}" type="slidenum">
              <a:rPr lang="en-US" smtClean="0"/>
              <a:t>‹Nr.›</a:t>
            </a:fld>
            <a:endParaRPr lang="en-US"/>
          </a:p>
        </p:txBody>
      </p:sp>
    </p:spTree>
    <p:extLst>
      <p:ext uri="{BB962C8B-B14F-4D97-AF65-F5344CB8AC3E}">
        <p14:creationId xmlns:p14="http://schemas.microsoft.com/office/powerpoint/2010/main" val="1486644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e Placeholder 4"/>
          <p:cNvSpPr>
            <a:spLocks noGrp="1"/>
          </p:cNvSpPr>
          <p:nvPr>
            <p:ph type="dt" sz="half" idx="10"/>
          </p:nvPr>
        </p:nvSpPr>
        <p:spPr/>
        <p:txBody>
          <a:bodyPr/>
          <a:lstStyle/>
          <a:p>
            <a:fld id="{52CD75EF-EFB4-4026-95B9-275770A67C68}" type="datetimeFigureOut">
              <a:rPr lang="en-US" smtClean="0"/>
              <a:t>7/12/2023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3045C0-F0A1-4009-811B-97EA5C040DD0}" type="slidenum">
              <a:rPr lang="en-US" smtClean="0"/>
              <a:t>‹Nr.›</a:t>
            </a:fld>
            <a:endParaRPr lang="en-US"/>
          </a:p>
        </p:txBody>
      </p:sp>
    </p:spTree>
    <p:extLst>
      <p:ext uri="{BB962C8B-B14F-4D97-AF65-F5344CB8AC3E}">
        <p14:creationId xmlns:p14="http://schemas.microsoft.com/office/powerpoint/2010/main" val="12472373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e Placeholder 4"/>
          <p:cNvSpPr>
            <a:spLocks noGrp="1"/>
          </p:cNvSpPr>
          <p:nvPr>
            <p:ph type="dt" sz="half" idx="10"/>
          </p:nvPr>
        </p:nvSpPr>
        <p:spPr/>
        <p:txBody>
          <a:bodyPr/>
          <a:lstStyle/>
          <a:p>
            <a:fld id="{52CD75EF-EFB4-4026-95B9-275770A67C68}" type="datetimeFigureOut">
              <a:rPr lang="en-US" smtClean="0"/>
              <a:t>7/12/2023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3045C0-F0A1-4009-811B-97EA5C040DD0}" type="slidenum">
              <a:rPr lang="en-US" smtClean="0"/>
              <a:t>‹Nr.›</a:t>
            </a:fld>
            <a:endParaRPr lang="en-US"/>
          </a:p>
        </p:txBody>
      </p:sp>
    </p:spTree>
    <p:extLst>
      <p:ext uri="{BB962C8B-B14F-4D97-AF65-F5344CB8AC3E}">
        <p14:creationId xmlns:p14="http://schemas.microsoft.com/office/powerpoint/2010/main" val="34502355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US" dirty="0"/>
          </a:p>
        </p:txBody>
      </p:sp>
      <p:sp>
        <p:nvSpPr>
          <p:cNvPr id="3" name="Vertical Text Placehold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2CD75EF-EFB4-4026-95B9-275770A67C68}" type="datetimeFigureOut">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3045C0-F0A1-4009-811B-97EA5C040DD0}" type="slidenum">
              <a:rPr lang="en-US" smtClean="0"/>
              <a:t>‹Nr.›</a:t>
            </a:fld>
            <a:endParaRPr lang="en-US"/>
          </a:p>
        </p:txBody>
      </p:sp>
    </p:spTree>
    <p:extLst>
      <p:ext uri="{BB962C8B-B14F-4D97-AF65-F5344CB8AC3E}">
        <p14:creationId xmlns:p14="http://schemas.microsoft.com/office/powerpoint/2010/main" val="27307659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de-DE"/>
              <a:t>Titelmasterformat durch Klicken bearbeiten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2CD75EF-EFB4-4026-95B9-275770A67C68}" type="datetimeFigureOut">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3045C0-F0A1-4009-811B-97EA5C040DD0}" type="slidenum">
              <a:rPr lang="en-US" smtClean="0"/>
              <a:t>‹Nr.›</a:t>
            </a:fld>
            <a:endParaRPr lang="en-US"/>
          </a:p>
        </p:txBody>
      </p:sp>
    </p:spTree>
    <p:extLst>
      <p:ext uri="{BB962C8B-B14F-4D97-AF65-F5344CB8AC3E}">
        <p14:creationId xmlns:p14="http://schemas.microsoft.com/office/powerpoint/2010/main" val="7610948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F0CA46F0-D5CA-48F5-9888-3B8420A43D10}" type="slidenum">
              <a:t>‹Nr.›</a:t>
            </a:fld>
            <a:endParaRPr/>
          </a:p>
        </p:txBody>
      </p:sp>
      <p:sp>
        <p:nvSpPr>
          <p:cNvPr id="3" name="PlaceHolder 5"/>
          <p:cNvSpPr>
            <a:spLocks noGrp="1"/>
          </p:cNvSpPr>
          <p:nvPr>
            <p:ph type="dt" idx="1"/>
          </p:nvPr>
        </p:nvSpPr>
        <p:spPr/>
        <p:txBody>
          <a:bodyPr/>
          <a:lstStyle/>
          <a:p>
            <a:endParaRPr/>
          </a:p>
        </p:txBody>
      </p:sp>
    </p:spTree>
    <p:extLst>
      <p:ext uri="{BB962C8B-B14F-4D97-AF65-F5344CB8AC3E}">
        <p14:creationId xmlns:p14="http://schemas.microsoft.com/office/powerpoint/2010/main" val="2841093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en-US"/>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2B1AC3-01F8-4C06-BEAB-F06B3E791214}" type="datetimeFigureOut">
              <a:rPr lang="en-US" smtClean="0"/>
              <a:t>7/12/2023</a:t>
            </a:fld>
            <a:endParaRPr lang="en-US"/>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02910-191E-4778-A3F3-49D976E4921E}" type="slidenum">
              <a:rPr lang="en-US" smtClean="0"/>
              <a:t>‹Nr.›</a:t>
            </a:fld>
            <a:endParaRPr lang="en-US"/>
          </a:p>
        </p:txBody>
      </p:sp>
    </p:spTree>
    <p:extLst>
      <p:ext uri="{BB962C8B-B14F-4D97-AF65-F5344CB8AC3E}">
        <p14:creationId xmlns:p14="http://schemas.microsoft.com/office/powerpoint/2010/main" val="88353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CD75EF-EFB4-4026-95B9-275770A67C68}" type="datetimeFigureOut">
              <a:rPr lang="en-US" smtClean="0"/>
              <a:t>7/12/2023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3045C0-F0A1-4009-811B-97EA5C040DD0}" type="slidenum">
              <a:rPr lang="en-US" smtClean="0"/>
              <a:t>‹Nr.›</a:t>
            </a:fld>
            <a:endParaRPr lang="en-US"/>
          </a:p>
        </p:txBody>
      </p:sp>
    </p:spTree>
    <p:extLst>
      <p:ext uri="{BB962C8B-B14F-4D97-AF65-F5344CB8AC3E}">
        <p14:creationId xmlns:p14="http://schemas.microsoft.com/office/powerpoint/2010/main" val="40362345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072662" y="2858233"/>
            <a:ext cx="10515600" cy="1325563"/>
          </a:xfrm>
        </p:spPr>
        <p:txBody>
          <a:bodyPr/>
          <a:lstStyle/>
          <a:p>
            <a:pPr algn="ctr"/>
            <a:r>
              <a:rPr lang="de-DE" b="1" dirty="0"/>
              <a:t>Nach dem Scanner</a:t>
            </a:r>
            <a:endParaRPr lang="en-US" b="1" dirty="0"/>
          </a:p>
        </p:txBody>
      </p:sp>
      <p:sp>
        <p:nvSpPr>
          <p:cNvPr id="3" name="Textfeld 2">
            <a:extLst>
              <a:ext uri="{FF2B5EF4-FFF2-40B4-BE49-F238E27FC236}">
                <a16:creationId xmlns:a16="http://schemas.microsoft.com/office/drawing/2014/main" id="{81A8BDC2-4C6D-4B2F-B1A1-9577F6D0EAEF}"/>
              </a:ext>
            </a:extLst>
          </p:cNvPr>
          <p:cNvSpPr txBox="1"/>
          <p:nvPr/>
        </p:nvSpPr>
        <p:spPr>
          <a:xfrm>
            <a:off x="4829908" y="4595446"/>
            <a:ext cx="258622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err="1">
                <a:ln>
                  <a:noFill/>
                </a:ln>
                <a:solidFill>
                  <a:prstClr val="black"/>
                </a:solidFill>
                <a:effectLst/>
                <a:uLnTx/>
                <a:uFillTx/>
                <a:latin typeface="Calibri" panose="020F0502020204030204"/>
                <a:ea typeface="+mn-ea"/>
                <a:cs typeface="+mn-cs"/>
              </a:rPr>
              <a:t>Slides</a:t>
            </a:r>
            <a:r>
              <a:rPr kumimoji="0" lang="de-DE" sz="1800" b="0" i="0" u="none" strike="noStrike" kern="1200" cap="none" spc="0" normalizeH="0" baseline="0" noProof="0" dirty="0">
                <a:ln>
                  <a:noFill/>
                </a:ln>
                <a:solidFill>
                  <a:prstClr val="black"/>
                </a:solidFill>
                <a:effectLst/>
                <a:uLnTx/>
                <a:uFillTx/>
                <a:latin typeface="Calibri" panose="020F0502020204030204"/>
                <a:ea typeface="+mn-ea"/>
                <a:cs typeface="+mn-cs"/>
              </a:rPr>
              <a:t> 28-31: separate </a:t>
            </a:r>
            <a:r>
              <a:rPr kumimoji="0" lang="de-DE" sz="1800" b="0" i="0" u="none" strike="noStrike" kern="1200" cap="none" spc="0" normalizeH="0" baseline="0" noProof="0">
                <a:ln>
                  <a:noFill/>
                </a:ln>
                <a:solidFill>
                  <a:prstClr val="black"/>
                </a:solidFill>
                <a:effectLst/>
                <a:uLnTx/>
                <a:uFillTx/>
                <a:latin typeface="Calibri" panose="020F0502020204030204"/>
                <a:ea typeface="+mn-ea"/>
                <a:cs typeface="+mn-cs"/>
              </a:rPr>
              <a:t>file</a:t>
            </a:r>
          </a:p>
        </p:txBody>
      </p:sp>
    </p:spTree>
    <p:extLst>
      <p:ext uri="{BB962C8B-B14F-4D97-AF65-F5344CB8AC3E}">
        <p14:creationId xmlns:p14="http://schemas.microsoft.com/office/powerpoint/2010/main" val="38690732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491916" y="892121"/>
            <a:ext cx="91440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ts val="1000"/>
              </a:spcAft>
            </a:pPr>
            <a:r>
              <a:rPr lang="de-DE" altLang="de-DE" sz="2000" b="1" dirty="0">
                <a:latin typeface="Arial" panose="020B0604020202020204" pitchFamily="34" charset="0"/>
              </a:rPr>
              <a:t>Am Ende gibt es noch eine letzte Aufgabe</a:t>
            </a:r>
            <a:r>
              <a:rPr kumimoji="0" lang="en-150" altLang="de-DE" sz="2000" b="1" i="0" u="none" strike="noStrike" cap="none" normalizeH="0" baseline="0" dirty="0">
                <a:ln>
                  <a:noFill/>
                </a:ln>
                <a:solidFill>
                  <a:schemeClr val="tx1"/>
                </a:solidFill>
                <a:effectLst/>
                <a:latin typeface="Arial" panose="020B0604020202020204" pitchFamily="34" charset="0"/>
              </a:rPr>
              <a:t/>
            </a:r>
            <a:br>
              <a:rPr kumimoji="0" lang="en-150" altLang="de-DE" sz="2000" b="1" i="0" u="none" strike="noStrike" cap="none" normalizeH="0" baseline="0" dirty="0">
                <a:ln>
                  <a:noFill/>
                </a:ln>
                <a:solidFill>
                  <a:schemeClr val="tx1"/>
                </a:solidFill>
                <a:effectLst/>
                <a:latin typeface="Arial" panose="020B0604020202020204" pitchFamily="34" charset="0"/>
              </a:rPr>
            </a:br>
            <a:r>
              <a:rPr kumimoji="0" lang="en-150" altLang="de-DE" sz="2000" b="0" i="0" u="none" strike="noStrike" cap="none" normalizeH="0" baseline="0" dirty="0">
                <a:ln>
                  <a:noFill/>
                </a:ln>
                <a:solidFill>
                  <a:schemeClr val="tx1"/>
                </a:solidFill>
                <a:effectLst/>
                <a:latin typeface="Arial" panose="020B0604020202020204" pitchFamily="34" charset="0"/>
              </a:rPr>
              <a:t/>
            </a:r>
            <a:br>
              <a:rPr kumimoji="0" lang="en-150" altLang="de-DE" sz="2000" b="0" i="0" u="none" strike="noStrike" cap="none" normalizeH="0" baseline="0" dirty="0">
                <a:ln>
                  <a:noFill/>
                </a:ln>
                <a:solidFill>
                  <a:schemeClr val="tx1"/>
                </a:solidFill>
                <a:effectLst/>
                <a:latin typeface="Arial" panose="020B0604020202020204" pitchFamily="34" charset="0"/>
              </a:rPr>
            </a:br>
            <a:r>
              <a:rPr kumimoji="0" lang="en-150" altLang="de-DE" sz="2000" b="0" i="0" u="none" strike="noStrike" cap="none" normalizeH="0" baseline="0" dirty="0">
                <a:ln>
                  <a:noFill/>
                </a:ln>
                <a:solidFill>
                  <a:schemeClr val="tx1"/>
                </a:solidFill>
                <a:effectLst/>
                <a:latin typeface="Arial" panose="020B0604020202020204" pitchFamily="34" charset="0"/>
              </a:rPr>
              <a:t/>
            </a:r>
            <a:br>
              <a:rPr kumimoji="0" lang="en-150" altLang="de-DE" sz="2000" b="0" i="0" u="none" strike="noStrike" cap="none" normalizeH="0" baseline="0" dirty="0">
                <a:ln>
                  <a:noFill/>
                </a:ln>
                <a:solidFill>
                  <a:schemeClr val="tx1"/>
                </a:solidFill>
                <a:effectLst/>
                <a:latin typeface="Arial" panose="020B0604020202020204" pitchFamily="34" charset="0"/>
              </a:rPr>
            </a:br>
            <a:r>
              <a:rPr kumimoji="0" lang="de-DE" altLang="de-DE" sz="2000" b="0" i="0" u="none" strike="noStrike" cap="none" normalizeH="0" baseline="0" dirty="0">
                <a:ln>
                  <a:noFill/>
                </a:ln>
                <a:solidFill>
                  <a:schemeClr val="tx1"/>
                </a:solidFill>
                <a:effectLst/>
                <a:latin typeface="Arial" panose="020B0604020202020204" pitchFamily="34" charset="0"/>
              </a:rPr>
              <a:t>Ein Haus</a:t>
            </a:r>
            <a:r>
              <a:rPr kumimoji="0" lang="de-DE" altLang="de-DE" sz="2000" b="0" i="0" u="none" strike="noStrike" cap="none" normalizeH="0" dirty="0">
                <a:ln>
                  <a:noFill/>
                </a:ln>
                <a:solidFill>
                  <a:schemeClr val="tx1"/>
                </a:solidFill>
                <a:effectLst/>
                <a:latin typeface="Arial" panose="020B0604020202020204" pitchFamily="34" charset="0"/>
              </a:rPr>
              <a:t> wurde Ihnen dabei mehrmals </a:t>
            </a:r>
            <a:br>
              <a:rPr kumimoji="0" lang="de-DE" altLang="de-DE" sz="2000" b="0" i="0" u="none" strike="noStrike" cap="none" normalizeH="0" dirty="0">
                <a:ln>
                  <a:noFill/>
                </a:ln>
                <a:solidFill>
                  <a:schemeClr val="tx1"/>
                </a:solidFill>
                <a:effectLst/>
                <a:latin typeface="Arial" panose="020B0604020202020204" pitchFamily="34" charset="0"/>
              </a:rPr>
            </a:br>
            <a:r>
              <a:rPr kumimoji="0" lang="de-DE" altLang="de-DE" sz="2000" b="0" i="0" u="none" strike="noStrike" cap="none" normalizeH="0" dirty="0">
                <a:ln>
                  <a:noFill/>
                </a:ln>
                <a:solidFill>
                  <a:schemeClr val="tx1"/>
                </a:solidFill>
                <a:effectLst/>
                <a:latin typeface="Arial" panose="020B0604020202020204" pitchFamily="34" charset="0"/>
              </a:rPr>
              <a:t>an unterschiedlichen Plätzen gezeigt.</a:t>
            </a:r>
            <a:br>
              <a:rPr kumimoji="0" lang="de-DE" altLang="de-DE" sz="2000" b="0" i="0" u="none" strike="noStrike" cap="none" normalizeH="0" dirty="0">
                <a:ln>
                  <a:noFill/>
                </a:ln>
                <a:solidFill>
                  <a:schemeClr val="tx1"/>
                </a:solidFill>
                <a:effectLst/>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lang="de-DE" altLang="de-DE" sz="2000" dirty="0">
                <a:latin typeface="Arial" panose="020B0604020202020204" pitchFamily="34" charset="0"/>
              </a:rPr>
              <a:t>Jedes Haus hatte aber seinen „Lieblingsplatz“, an dem</a:t>
            </a:r>
            <a:br>
              <a:rPr lang="de-DE" altLang="de-DE" sz="2000" dirty="0">
                <a:latin typeface="Arial" panose="020B0604020202020204" pitchFamily="34" charset="0"/>
              </a:rPr>
            </a:br>
            <a:r>
              <a:rPr lang="de-DE" altLang="de-DE" sz="2000" dirty="0">
                <a:latin typeface="Arial" panose="020B0604020202020204" pitchFamily="34" charset="0"/>
              </a:rPr>
              <a:t>es besonders häufig vorkam.</a:t>
            </a:r>
            <a:br>
              <a:rPr lang="de-DE" altLang="de-DE" sz="2000" dirty="0">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lang="de-DE" altLang="de-DE" sz="2000" dirty="0">
                <a:latin typeface="Arial" panose="020B0604020202020204" pitchFamily="34" charset="0"/>
              </a:rPr>
              <a:t>Bitte versuchen Sie sich an die</a:t>
            </a:r>
            <a:br>
              <a:rPr lang="de-DE" altLang="de-DE" sz="2000" dirty="0">
                <a:latin typeface="Arial" panose="020B0604020202020204" pitchFamily="34" charset="0"/>
              </a:rPr>
            </a:br>
            <a:r>
              <a:rPr lang="de-DE" altLang="de-DE" sz="2000" b="1" dirty="0">
                <a:latin typeface="Arial" panose="020B0604020202020204" pitchFamily="34" charset="0"/>
              </a:rPr>
              <a:t>„Lieblingsplätze“</a:t>
            </a:r>
            <a:br>
              <a:rPr lang="de-DE" altLang="de-DE" sz="2000" b="1" dirty="0">
                <a:latin typeface="Arial" panose="020B0604020202020204" pitchFamily="34" charset="0"/>
              </a:rPr>
            </a:br>
            <a:r>
              <a:rPr lang="de-DE" altLang="de-DE" sz="2000" dirty="0">
                <a:latin typeface="Arial" panose="020B0604020202020204" pitchFamily="34" charset="0"/>
              </a:rPr>
              <a:t>der Häuser auf dem Stadtplan zu erinnern.</a:t>
            </a:r>
            <a:br>
              <a:rPr lang="de-DE" altLang="de-DE" sz="2000" dirty="0">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kumimoji="0" lang="de-DE" altLang="de-DE" sz="2000" b="0" i="0" u="none" strike="noStrike" cap="none" normalizeH="0" dirty="0">
                <a:ln>
                  <a:noFill/>
                </a:ln>
                <a:solidFill>
                  <a:schemeClr val="tx1"/>
                </a:solidFill>
                <a:effectLst/>
                <a:latin typeface="Arial" panose="020B0604020202020204" pitchFamily="34" charset="0"/>
              </a:rPr>
              <a:t/>
            </a:r>
            <a:br>
              <a:rPr kumimoji="0" lang="de-DE" altLang="de-DE" sz="2000" b="0" i="0" u="none" strike="noStrike" cap="none" normalizeH="0" dirty="0">
                <a:ln>
                  <a:noFill/>
                </a:ln>
                <a:solidFill>
                  <a:schemeClr val="tx1"/>
                </a:solidFill>
                <a:effectLst/>
                <a:latin typeface="Arial" panose="020B0604020202020204" pitchFamily="34" charset="0"/>
              </a:rPr>
            </a:br>
            <a:r>
              <a:rPr kumimoji="0" lang="de-DE" altLang="de-DE" sz="2000" b="0" i="0" u="none" strike="noStrike" cap="none" normalizeH="0" baseline="0" dirty="0">
                <a:ln>
                  <a:noFill/>
                </a:ln>
                <a:solidFill>
                  <a:schemeClr val="tx1"/>
                </a:solidFill>
                <a:effectLst/>
                <a:latin typeface="Arial" panose="020B0604020202020204" pitchFamily="34" charset="0"/>
              </a:rPr>
              <a:t>Bitte drücken Sie </a:t>
            </a:r>
            <a:r>
              <a:rPr lang="de-DE" altLang="de-DE" sz="2000" dirty="0">
                <a:latin typeface="Arial" panose="020B0604020202020204" pitchFamily="34" charset="0"/>
              </a:rPr>
              <a:t>eine Taste </a:t>
            </a:r>
            <a:r>
              <a:rPr kumimoji="0" lang="de-DE" altLang="de-DE" sz="2000" b="0" i="0" u="none" strike="noStrike" cap="none" normalizeH="0" baseline="0" dirty="0">
                <a:ln>
                  <a:noFill/>
                </a:ln>
                <a:solidFill>
                  <a:schemeClr val="tx1"/>
                </a:solidFill>
                <a:effectLst/>
                <a:latin typeface="Arial" panose="020B0604020202020204" pitchFamily="34" charset="0"/>
              </a:rPr>
              <a:t>um fortzufahren.</a:t>
            </a:r>
          </a:p>
        </p:txBody>
      </p:sp>
    </p:spTree>
    <p:extLst>
      <p:ext uri="{BB962C8B-B14F-4D97-AF65-F5344CB8AC3E}">
        <p14:creationId xmlns:p14="http://schemas.microsoft.com/office/powerpoint/2010/main" val="40007719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491916" y="595655"/>
            <a:ext cx="9144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de-DE" altLang="de-DE" sz="2000" dirty="0">
                <a:latin typeface="Arial" panose="020B0604020202020204" pitchFamily="34" charset="0"/>
              </a:rPr>
              <a:t>Dazu werden Ihnen nun </a:t>
            </a:r>
            <a:r>
              <a:rPr lang="de-DE" altLang="de-DE" sz="2000" b="1" dirty="0">
                <a:latin typeface="Arial" panose="020B0604020202020204" pitchFamily="34" charset="0"/>
              </a:rPr>
              <a:t>ein Haus</a:t>
            </a:r>
            <a:r>
              <a:rPr lang="de-DE" altLang="de-DE" sz="2000" dirty="0">
                <a:latin typeface="Arial" panose="020B0604020202020204" pitchFamily="34" charset="0"/>
              </a:rPr>
              <a:t> und </a:t>
            </a:r>
            <a:r>
              <a:rPr lang="de-DE" altLang="de-DE" sz="2000" b="1" dirty="0">
                <a:latin typeface="Arial" panose="020B0604020202020204" pitchFamily="34" charset="0"/>
              </a:rPr>
              <a:t>drei</a:t>
            </a:r>
            <a:r>
              <a:rPr lang="de-DE" altLang="de-DE" sz="2000" dirty="0">
                <a:latin typeface="Arial" panose="020B0604020202020204" pitchFamily="34" charset="0"/>
              </a:rPr>
              <a:t> mögliche </a:t>
            </a:r>
            <a:r>
              <a:rPr lang="de-DE" altLang="de-DE" sz="2000" b="1" dirty="0">
                <a:latin typeface="Arial" panose="020B0604020202020204" pitchFamily="34" charset="0"/>
              </a:rPr>
              <a:t>Positionen</a:t>
            </a:r>
            <a:r>
              <a:rPr lang="de-DE" altLang="de-DE" sz="2000" dirty="0">
                <a:latin typeface="Arial" panose="020B0604020202020204" pitchFamily="34" charset="0"/>
              </a:rPr>
              <a:t/>
            </a:r>
            <a:br>
              <a:rPr lang="de-DE" altLang="de-DE" sz="2000" dirty="0">
                <a:latin typeface="Arial" panose="020B0604020202020204" pitchFamily="34" charset="0"/>
              </a:rPr>
            </a:br>
            <a:r>
              <a:rPr lang="de-DE" altLang="de-DE" sz="2000" dirty="0">
                <a:latin typeface="Arial" panose="020B0604020202020204" pitchFamily="34" charset="0"/>
              </a:rPr>
              <a:t>auf dem Stadtplan gezeigt.</a:t>
            </a:r>
            <a:br>
              <a:rPr lang="de-DE" altLang="de-DE" sz="2000" dirty="0">
                <a:latin typeface="Arial" panose="020B0604020202020204" pitchFamily="34" charset="0"/>
              </a:rPr>
            </a:br>
            <a:endParaRPr kumimoji="0" lang="de-DE" altLang="de-DE" sz="2000" b="0" i="0" u="none" strike="noStrike" cap="none" normalizeH="0" baseline="0" dirty="0">
              <a:ln>
                <a:noFill/>
              </a:ln>
              <a:solidFill>
                <a:schemeClr val="tx1"/>
              </a:solidFill>
              <a:effectLst/>
              <a:latin typeface="Arial" panose="020B0604020202020204" pitchFamily="34" charset="0"/>
            </a:endParaRPr>
          </a:p>
        </p:txBody>
      </p:sp>
      <p:pic>
        <p:nvPicPr>
          <p:cNvPr id="2" name="Grafik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31394" y="1400174"/>
            <a:ext cx="5265044" cy="3724275"/>
          </a:xfrm>
          <a:prstGeom prst="rect">
            <a:avLst/>
          </a:prstGeom>
          <a:ln>
            <a:solidFill>
              <a:schemeClr val="tx1"/>
            </a:solidFill>
          </a:ln>
        </p:spPr>
      </p:pic>
      <p:sp>
        <p:nvSpPr>
          <p:cNvPr id="5" name="Rectangle 1"/>
          <p:cNvSpPr txBox="1">
            <a:spLocks noChangeArrowheads="1"/>
          </p:cNvSpPr>
          <p:nvPr/>
        </p:nvSpPr>
        <p:spPr bwMode="auto">
          <a:xfrm>
            <a:off x="1491916" y="5362498"/>
            <a:ext cx="91440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j-ea"/>
                <a:cs typeface="+mj-cs"/>
              </a:rPr>
              <a:t>Bitte drücken Sie entsprechende Taste „1“, „2“ oder „3“ auf der Tastatur,          um sich für eine Position zu entscheiden.</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j-ea"/>
              <a:cs typeface="+mj-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j-ea"/>
                <a:cs typeface="+mj-cs"/>
              </a:rPr>
              <a:t>Anschließend drücken Sie bitte eine Taste um fortzufahren.</a:t>
            </a:r>
          </a:p>
        </p:txBody>
      </p:sp>
    </p:spTree>
    <p:extLst>
      <p:ext uri="{BB962C8B-B14F-4D97-AF65-F5344CB8AC3E}">
        <p14:creationId xmlns:p14="http://schemas.microsoft.com/office/powerpoint/2010/main" val="9993963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491916" y="2096141"/>
            <a:ext cx="91440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kumimoji="0" lang="de-DE" altLang="de-DE" sz="2000" b="1" i="0" u="none" strike="noStrike" cap="none" normalizeH="0" baseline="0" dirty="0">
                <a:ln>
                  <a:noFill/>
                </a:ln>
                <a:solidFill>
                  <a:schemeClr val="tx1"/>
                </a:solidFill>
                <a:effectLst/>
                <a:latin typeface="Arial" panose="020B0604020202020204" pitchFamily="34" charset="0"/>
              </a:rPr>
              <a:t>Jetzt geht es los!</a:t>
            </a:r>
            <a:br>
              <a:rPr kumimoji="0" lang="de-DE" altLang="de-DE" sz="2000" b="1" i="0" u="none" strike="noStrike" cap="none" normalizeH="0" baseline="0" dirty="0">
                <a:ln>
                  <a:noFill/>
                </a:ln>
                <a:solidFill>
                  <a:schemeClr val="tx1"/>
                </a:solidFill>
                <a:effectLst/>
                <a:latin typeface="Arial" panose="020B0604020202020204" pitchFamily="34" charset="0"/>
              </a:rPr>
            </a:br>
            <a:r>
              <a:rPr kumimoji="0" lang="de-DE" altLang="de-DE" sz="2000" b="1" i="0" u="none" strike="noStrike" cap="none" normalizeH="0" baseline="0" dirty="0">
                <a:ln>
                  <a:noFill/>
                </a:ln>
                <a:solidFill>
                  <a:schemeClr val="tx1"/>
                </a:solidFill>
                <a:effectLst/>
                <a:latin typeface="Arial" panose="020B0604020202020204" pitchFamily="34" charset="0"/>
              </a:rPr>
              <a:t/>
            </a:r>
            <a:br>
              <a:rPr kumimoji="0" lang="de-DE" altLang="de-DE" sz="2000" b="1" i="0" u="none" strike="noStrike" cap="none" normalizeH="0" baseline="0" dirty="0">
                <a:ln>
                  <a:noFill/>
                </a:ln>
                <a:solidFill>
                  <a:schemeClr val="tx1"/>
                </a:solidFill>
                <a:effectLst/>
                <a:latin typeface="Arial" panose="020B0604020202020204" pitchFamily="34" charset="0"/>
              </a:rPr>
            </a:br>
            <a:r>
              <a:rPr lang="de-DE" altLang="de-DE" sz="2000" b="1" dirty="0">
                <a:latin typeface="Arial" panose="020B0604020202020204" pitchFamily="34" charset="0"/>
              </a:rPr>
              <a:t/>
            </a:r>
            <a:br>
              <a:rPr lang="de-DE" altLang="de-DE" sz="2000" b="1" dirty="0">
                <a:latin typeface="Arial" panose="020B0604020202020204" pitchFamily="34" charset="0"/>
              </a:rPr>
            </a:br>
            <a:r>
              <a:rPr lang="de-DE" altLang="de-DE" sz="2000" b="1" dirty="0">
                <a:latin typeface="Arial" panose="020B0604020202020204" pitchFamily="34" charset="0"/>
              </a:rPr>
              <a:t/>
            </a:r>
            <a:br>
              <a:rPr lang="de-DE" altLang="de-DE" sz="2000" b="1" dirty="0">
                <a:latin typeface="Arial" panose="020B0604020202020204" pitchFamily="34" charset="0"/>
              </a:rPr>
            </a:br>
            <a:r>
              <a:rPr lang="de-DE" altLang="de-DE" sz="2000" b="1" dirty="0">
                <a:latin typeface="Arial" panose="020B0604020202020204" pitchFamily="34" charset="0"/>
              </a:rPr>
              <a:t/>
            </a:r>
            <a:br>
              <a:rPr lang="de-DE" altLang="de-DE" sz="2000" b="1" dirty="0">
                <a:latin typeface="Arial" panose="020B0604020202020204" pitchFamily="34" charset="0"/>
              </a:rPr>
            </a:br>
            <a:r>
              <a:rPr lang="de-DE" altLang="de-DE" sz="2000" dirty="0">
                <a:latin typeface="Arial" panose="020B0604020202020204" pitchFamily="34" charset="0"/>
              </a:rPr>
              <a:t>Drücken Sie die </a:t>
            </a:r>
            <a:r>
              <a:rPr lang="de-DE" altLang="de-DE" sz="2000" b="1" dirty="0">
                <a:latin typeface="Arial" panose="020B0604020202020204" pitchFamily="34" charset="0"/>
              </a:rPr>
              <a:t>Taste „1“</a:t>
            </a:r>
            <a:r>
              <a:rPr lang="de-DE" altLang="de-DE" sz="2000" dirty="0">
                <a:latin typeface="Arial" panose="020B0604020202020204" pitchFamily="34" charset="0"/>
              </a:rPr>
              <a:t> zum Starten der Aufgabe!</a:t>
            </a:r>
            <a:endParaRPr kumimoji="0" lang="de-DE" altLang="de-DE" sz="20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98444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156</Words>
  <Application>Microsoft Office PowerPoint</Application>
  <PresentationFormat>Breitbild</PresentationFormat>
  <Paragraphs>8</Paragraphs>
  <Slides>4</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4</vt:i4>
      </vt:variant>
    </vt:vector>
  </HeadingPairs>
  <TitlesOfParts>
    <vt:vector size="9" baseType="lpstr">
      <vt:lpstr>Arial</vt:lpstr>
      <vt:lpstr>Calibri</vt:lpstr>
      <vt:lpstr>Calibri Light</vt:lpstr>
      <vt:lpstr>Office</vt:lpstr>
      <vt:lpstr>Office Theme</vt:lpstr>
      <vt:lpstr>Nach dem Scanner</vt:lpstr>
      <vt:lpstr>Am Ende gibt es noch eine letzte Aufgabe   Ein Haus wurde Ihnen dabei mehrmals  an unterschiedlichen Plätzen gezeigt.  Jedes Haus hatte aber seinen „Lieblingsplatz“, an dem es besonders häufig vorkam.  Bitte versuchen Sie sich an die „Lieblingsplätze“ der Häuser auf dem Stadtplan zu erinnern.   Bitte drücken Sie eine Taste um fortzufahren.</vt:lpstr>
      <vt:lpstr>Dazu werden Ihnen nun ein Haus und drei mögliche Positionen auf dem Stadtplan gezeigt. </vt:lpstr>
      <vt:lpstr>Jetzt geht es los!     Drücken Sie die Taste „1“ zum Starten der Aufgabe!</vt:lpstr>
    </vt:vector>
  </TitlesOfParts>
  <Company>EMAU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Nach dem Scanner</dc:title>
  <dc:creator>Abdelmotaleb, Mohamed</dc:creator>
  <cp:lastModifiedBy>Abdelmotaleb, Mohamed</cp:lastModifiedBy>
  <cp:revision>1</cp:revision>
  <dcterms:created xsi:type="dcterms:W3CDTF">2023-07-12T08:16:40Z</dcterms:created>
  <dcterms:modified xsi:type="dcterms:W3CDTF">2023-07-12T08:16:55Z</dcterms:modified>
</cp:coreProperties>
</file>