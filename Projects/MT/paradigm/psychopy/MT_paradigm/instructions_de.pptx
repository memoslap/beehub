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4" r:id="rId5"/>
    <p:sldId id="265" r:id="rId6"/>
    <p:sldId id="259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959FA8"/>
    <a:srgbClr val="077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D16E-1F24-ABC6-DA3E-44D84E0BD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4FFFB-DEAD-F694-222B-2A23AFB400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F2156-8D07-D720-EBE1-726B9C71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A4452-7287-71E0-EF61-17742905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EC950-56C2-4D04-E2AA-98747531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60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FB87-455F-EFD5-BCEE-69703119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F6542-2C87-2CC2-2944-C91CE2B27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AFBE-CFE3-E890-C4E1-F9E8B328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DEF64-9466-AD9B-4A0A-62A8FE54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EF931-FAAB-B9BE-865F-88368316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4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A847-37DA-DBB9-714D-F2D95AB6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AD688-E0BF-7C3C-F643-1947FE39F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FB00C-8AA1-762B-73B6-222EF587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654AF-8438-011A-9578-BDDEFFA8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7BC32-2464-7DFF-959A-088E8AE6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025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EBE47-ED3C-8A27-9A65-AB635776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C8B8-73B7-EE01-375D-551D113E4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0BA4F-B77D-7327-A837-DBD3946E1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B8E20-360D-065D-0E4E-F760F72A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994E0-7745-37A2-A4A1-D2C64CFE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51913-006D-A311-0D46-8B10CBF3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94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C9A9-D538-89C5-5836-8328E5CE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432FC-CA15-74AA-E143-032BE34E1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ABEBF-885E-2898-28DF-569E883CE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40860-B384-E103-2FC5-CCE7FC6EA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221AE4-D73A-29DF-451E-5CCE74281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CF0BCD-A4E0-D7F7-EE14-B4635675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148B7-90F8-CA44-9EC1-74264C40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515E5-C301-889D-F8FD-A55AA961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4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AF67-0F9A-6BDD-7CB6-0B7319AC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867BD-B3A5-1F81-A5AE-94894CC3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E01FF-623B-DE15-FF8F-BFDF78DD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D5816-077C-FA53-A8DD-9ECF95F6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364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BD8A1-BAD3-5F7C-717E-30AF0AF2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EF48C-BCB5-5B09-6A60-794E31B8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E787C-4E3D-A17D-3DCD-66973B26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1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CC0F-9379-94E7-AE0C-4B8FC46A0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FE58E-5856-B479-6617-CE9262624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80B53-E7D9-8B31-B439-8EE90E89C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BD1EB-913C-6F03-4E14-F80E91E7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B7B8D-2F36-F7E1-67EF-14CF6078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811B2-CED2-CB0C-DC3F-F1821204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4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05AAC-730A-40EE-42AD-01591E40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E28C8-69E5-69A5-C463-700E5438F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EBD46-B162-7C6E-2CB9-41B3F8977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B2C03-2325-F63A-D933-D01ABD1D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1BADC-F400-4238-BD78-201128C9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7B4F9-F8E0-280A-9AAD-D0524E78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2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6477-2606-5A4B-FE91-E62D2384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2B332-3365-2A13-4416-249484BB7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24B4C-F240-FD6A-714F-70062DD9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E061D-28E4-85B5-2CF7-59A1EFCC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48CC5-4577-1BB7-9C3A-A6A46A3B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7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2A751-86CF-9F14-4221-0CB63324C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C8DA9-4D37-8A5C-CFFD-37C7BB9EF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2E0C9-9EC6-DD6C-4CBE-8B423471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17DEA-63C4-BEBC-809D-6194BCCF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1E245-84A4-F9B9-DE1F-7D46384F9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6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2637D-EEB2-3B9F-D1D1-ADB3CED1A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7D833-3909-A386-24F3-7949F04D8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71FBE-E373-007B-3FC4-10DCCAFC5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378DE-56F6-44E8-8CF1-B02992535175}" type="datetimeFigureOut">
              <a:rPr lang="en-US" smtClean="0"/>
              <a:t>5/19/2025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D9D5E-F942-D110-EC32-2F64BA137A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CE6A2-4E02-FC74-8501-CDD5FC7E8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485B7-973B-4B51-88B5-16E4C6BD840B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29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EACC10-7E22-A2E0-0327-5B477D92C9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59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A68FF7-D8F2-0793-B4DD-D73AF0E76534}"/>
              </a:ext>
            </a:extLst>
          </p:cNvPr>
          <p:cNvSpPr/>
          <p:nvPr/>
        </p:nvSpPr>
        <p:spPr>
          <a:xfrm>
            <a:off x="3910320" y="118787"/>
            <a:ext cx="3600000" cy="2880000"/>
          </a:xfrm>
          <a:prstGeom prst="rect">
            <a:avLst/>
          </a:prstGeom>
          <a:solidFill>
            <a:srgbClr val="959FA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CEA5A-3522-FEC4-E2D4-839A787D5F58}"/>
              </a:ext>
            </a:extLst>
          </p:cNvPr>
          <p:cNvSpPr/>
          <p:nvPr/>
        </p:nvSpPr>
        <p:spPr>
          <a:xfrm>
            <a:off x="5455797" y="2237524"/>
            <a:ext cx="584462" cy="527901"/>
          </a:xfrm>
          <a:prstGeom prst="rect">
            <a:avLst/>
          </a:prstGeom>
          <a:solidFill>
            <a:srgbClr val="0779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EA50FD48-DBDC-22F6-7EE9-94D7EEC8F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3272" y="2346718"/>
            <a:ext cx="309512" cy="30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0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2275F-2A72-2DD3-C0B3-A51E27DC8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9B3A7D1-5A34-CC4C-1769-6501F453FA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59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459386-4087-64E1-8BC6-A862E34D80AB}"/>
              </a:ext>
            </a:extLst>
          </p:cNvPr>
          <p:cNvSpPr/>
          <p:nvPr/>
        </p:nvSpPr>
        <p:spPr>
          <a:xfrm>
            <a:off x="3910320" y="118787"/>
            <a:ext cx="3600000" cy="2880000"/>
          </a:xfrm>
          <a:prstGeom prst="rect">
            <a:avLst/>
          </a:prstGeom>
          <a:solidFill>
            <a:srgbClr val="959FA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C101B3-063C-9223-2760-FF648BD739D6}"/>
              </a:ext>
            </a:extLst>
          </p:cNvPr>
          <p:cNvSpPr/>
          <p:nvPr/>
        </p:nvSpPr>
        <p:spPr>
          <a:xfrm>
            <a:off x="5455797" y="2237524"/>
            <a:ext cx="584462" cy="5279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53903507-9F36-6B0F-3DF6-D256517D4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3272" y="2346718"/>
            <a:ext cx="309512" cy="3095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17A253-1BAB-3B38-4B0C-CEFE95C1478B}"/>
              </a:ext>
            </a:extLst>
          </p:cNvPr>
          <p:cNvSpPr/>
          <p:nvPr/>
        </p:nvSpPr>
        <p:spPr>
          <a:xfrm>
            <a:off x="6447182" y="287747"/>
            <a:ext cx="584462" cy="52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42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9FA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3E506-CCF7-AF5B-32D2-682CA771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43FD3C-5448-F9E5-3530-1A381951D80A}"/>
              </a:ext>
            </a:extLst>
          </p:cNvPr>
          <p:cNvSpPr/>
          <p:nvPr/>
        </p:nvSpPr>
        <p:spPr>
          <a:xfrm>
            <a:off x="3910320" y="118787"/>
            <a:ext cx="3600000" cy="2880000"/>
          </a:xfrm>
          <a:prstGeom prst="rect">
            <a:avLst/>
          </a:prstGeom>
          <a:solidFill>
            <a:srgbClr val="959FA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D613D6-C1D3-216B-E46C-29106343EE05}"/>
              </a:ext>
            </a:extLst>
          </p:cNvPr>
          <p:cNvSpPr/>
          <p:nvPr/>
        </p:nvSpPr>
        <p:spPr>
          <a:xfrm>
            <a:off x="5455797" y="2237524"/>
            <a:ext cx="584462" cy="5279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B195DB88-3EA7-F4FF-69F4-A09C398C9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3272" y="1771678"/>
            <a:ext cx="309512" cy="3095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299E3C-BBA2-6CC0-0B79-FF006BED3748}"/>
              </a:ext>
            </a:extLst>
          </p:cNvPr>
          <p:cNvSpPr/>
          <p:nvPr/>
        </p:nvSpPr>
        <p:spPr>
          <a:xfrm>
            <a:off x="6447182" y="287747"/>
            <a:ext cx="584462" cy="52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13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9FA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FBA19-BA72-5330-C230-A43099EC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85E24A-221A-FC77-B926-37B2E9E4599F}"/>
              </a:ext>
            </a:extLst>
          </p:cNvPr>
          <p:cNvSpPr/>
          <p:nvPr/>
        </p:nvSpPr>
        <p:spPr>
          <a:xfrm>
            <a:off x="4174270" y="549000"/>
            <a:ext cx="3600000" cy="2880000"/>
          </a:xfrm>
          <a:prstGeom prst="rect">
            <a:avLst/>
          </a:prstGeom>
          <a:solidFill>
            <a:srgbClr val="959FA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85BEF5-763A-13F1-98CD-6999166EB4D1}"/>
              </a:ext>
            </a:extLst>
          </p:cNvPr>
          <p:cNvSpPr/>
          <p:nvPr/>
        </p:nvSpPr>
        <p:spPr>
          <a:xfrm>
            <a:off x="5719747" y="2667737"/>
            <a:ext cx="584462" cy="5279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E1451-B024-60CB-6A0F-F81E07590A15}"/>
              </a:ext>
            </a:extLst>
          </p:cNvPr>
          <p:cNvSpPr/>
          <p:nvPr/>
        </p:nvSpPr>
        <p:spPr>
          <a:xfrm>
            <a:off x="6711132" y="717960"/>
            <a:ext cx="584462" cy="52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E89528AB-FD6E-F52B-E295-A50D7C37A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1132" y="992353"/>
            <a:ext cx="309512" cy="30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89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9FA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DA2E8-2562-AD85-4E12-E140079D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651575-DAA4-96DB-D8C0-AFC5464EFF3B}"/>
              </a:ext>
            </a:extLst>
          </p:cNvPr>
          <p:cNvSpPr/>
          <p:nvPr/>
        </p:nvSpPr>
        <p:spPr>
          <a:xfrm>
            <a:off x="4174270" y="549000"/>
            <a:ext cx="3600000" cy="2880000"/>
          </a:xfrm>
          <a:prstGeom prst="rect">
            <a:avLst/>
          </a:prstGeom>
          <a:solidFill>
            <a:srgbClr val="959FA8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3E5A47-5204-95D5-D83A-701B5DA38308}"/>
              </a:ext>
            </a:extLst>
          </p:cNvPr>
          <p:cNvSpPr/>
          <p:nvPr/>
        </p:nvSpPr>
        <p:spPr>
          <a:xfrm>
            <a:off x="5719747" y="2667737"/>
            <a:ext cx="584462" cy="5279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F94DA3-2620-D6F2-26EE-9CF62066AE53}"/>
              </a:ext>
            </a:extLst>
          </p:cNvPr>
          <p:cNvSpPr/>
          <p:nvPr/>
        </p:nvSpPr>
        <p:spPr>
          <a:xfrm>
            <a:off x="6711132" y="717960"/>
            <a:ext cx="584462" cy="52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Cursor with solid fill">
            <a:extLst>
              <a:ext uri="{FF2B5EF4-FFF2-40B4-BE49-F238E27FC236}">
                <a16:creationId xmlns:a16="http://schemas.microsoft.com/office/drawing/2014/main" id="{9E5FB645-A31D-8B6C-D01C-474D6261D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9453" y="1913585"/>
            <a:ext cx="309512" cy="30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4A39-F101-ADF4-F609-82C978857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108BD68D-C5CA-91B8-2F04-1D9B38128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4151" y="1792335"/>
            <a:ext cx="309512" cy="3095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D9B69C-05B3-D8A2-6388-AB19735AE1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59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DDF53-138F-F684-0807-AFB6EEB30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83" y="206350"/>
            <a:ext cx="2794131" cy="22446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0E405E-9809-DA50-24CF-8040333326CD}"/>
              </a:ext>
            </a:extLst>
          </p:cNvPr>
          <p:cNvSpPr txBox="1"/>
          <p:nvPr/>
        </p:nvSpPr>
        <p:spPr>
          <a:xfrm>
            <a:off x="3281088" y="1023761"/>
            <a:ext cx="779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Each trial starts when you move your mouse inside the </a:t>
            </a:r>
            <a:r>
              <a:rPr lang="en-US" b="1" dirty="0"/>
              <a:t>blue box</a:t>
            </a:r>
            <a:r>
              <a:rPr lang="en-US" dirty="0"/>
              <a:t> at the bottom of the screen.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937B9E-50B5-0F9E-40A7-A12845D72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83" y="2742161"/>
            <a:ext cx="2794131" cy="22446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15868D-EF1E-CADE-FB07-C15437AC2AFD}"/>
              </a:ext>
            </a:extLst>
          </p:cNvPr>
          <p:cNvSpPr txBox="1"/>
          <p:nvPr/>
        </p:nvSpPr>
        <p:spPr>
          <a:xfrm>
            <a:off x="3281088" y="3462129"/>
            <a:ext cx="779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Stay inside the blue box until it </a:t>
            </a:r>
            <a:r>
              <a:rPr lang="en-US" b="1" dirty="0"/>
              <a:t>turns black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995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23AB1C-FA14-E63B-CC45-65263C95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 descr="Cursor with solid fill">
            <a:extLst>
              <a:ext uri="{FF2B5EF4-FFF2-40B4-BE49-F238E27FC236}">
                <a16:creationId xmlns:a16="http://schemas.microsoft.com/office/drawing/2014/main" id="{1B69BBB0-ECA4-C86F-BA2C-621373CD7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4151" y="2593615"/>
            <a:ext cx="309512" cy="3095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A26D79-E147-1A82-3F9E-3698A8C3E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28" y="998917"/>
            <a:ext cx="2794131" cy="22446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21AE77-149F-B2C0-8E1D-35CB0FFD7F35}"/>
              </a:ext>
            </a:extLst>
          </p:cNvPr>
          <p:cNvSpPr txBox="1"/>
          <p:nvPr/>
        </p:nvSpPr>
        <p:spPr>
          <a:xfrm>
            <a:off x="608690" y="3423767"/>
            <a:ext cx="30820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dirty="0"/>
              <a:t>Jeder Versuch startet, wenn Sie die Maus in die blaue Box an der Unterseite des Bildschirms bewegen.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D31CE7-82E1-C71B-3ECD-2C9D7000F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246" y="998916"/>
            <a:ext cx="2794131" cy="22446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3CBFD36-5B1B-FF09-FCC3-75747D811BFD}"/>
              </a:ext>
            </a:extLst>
          </p:cNvPr>
          <p:cNvSpPr txBox="1"/>
          <p:nvPr/>
        </p:nvSpPr>
        <p:spPr>
          <a:xfrm>
            <a:off x="4567965" y="3423767"/>
            <a:ext cx="2911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Bleiben Sie in der Box, bis sie schwarz wird.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7D40FE-B0E9-D6E1-F3B8-C09DF74B2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472" y="998918"/>
            <a:ext cx="2794131" cy="22446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9F0F7F-6C6E-00AC-101E-2BDBAC312BB2}"/>
              </a:ext>
            </a:extLst>
          </p:cNvPr>
          <p:cNvSpPr txBox="1"/>
          <p:nvPr/>
        </p:nvSpPr>
        <p:spPr>
          <a:xfrm>
            <a:off x="8563774" y="3423767"/>
            <a:ext cx="29115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Wenn die Box schwarz wird, bewegen Sie sich diagonal nach oben zur rechten Ecke. Eine Zahl erscheint in der weißen Box.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8F0D6-FE5B-E9C2-BC0B-AA5862E1D554}"/>
              </a:ext>
            </a:extLst>
          </p:cNvPr>
          <p:cNvSpPr txBox="1"/>
          <p:nvPr/>
        </p:nvSpPr>
        <p:spPr>
          <a:xfrm>
            <a:off x="1580201" y="638298"/>
            <a:ext cx="113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dirty="0"/>
              <a:t>Schritt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F0A05-B59D-A31D-BCE9-39114357126E}"/>
              </a:ext>
            </a:extLst>
          </p:cNvPr>
          <p:cNvSpPr txBox="1"/>
          <p:nvPr/>
        </p:nvSpPr>
        <p:spPr>
          <a:xfrm>
            <a:off x="5487825" y="638298"/>
            <a:ext cx="113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dirty="0"/>
              <a:t>Schritt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9D792-876F-E429-F58B-5413E8FD6041}"/>
              </a:ext>
            </a:extLst>
          </p:cNvPr>
          <p:cNvSpPr txBox="1"/>
          <p:nvPr/>
        </p:nvSpPr>
        <p:spPr>
          <a:xfrm>
            <a:off x="9450045" y="638298"/>
            <a:ext cx="113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dirty="0"/>
              <a:t>Schritt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8C301D-8C0E-8620-2ABD-2EC83C12047A}"/>
              </a:ext>
            </a:extLst>
          </p:cNvPr>
          <p:cNvSpPr txBox="1"/>
          <p:nvPr/>
        </p:nvSpPr>
        <p:spPr>
          <a:xfrm>
            <a:off x="2102178" y="6082506"/>
            <a:ext cx="7843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Drücken Sie die Leertaste, um Anweisungen zu den Zahlen zu erhalten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DBBD9-04F7-0109-B4F4-C91FF88993D0}"/>
              </a:ext>
            </a:extLst>
          </p:cNvPr>
          <p:cNvSpPr txBox="1"/>
          <p:nvPr/>
        </p:nvSpPr>
        <p:spPr>
          <a:xfrm>
            <a:off x="394857" y="5265447"/>
            <a:ext cx="11402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Wichtig: Bewegen Sie sich auf direktem Weg zur weißen Box und bleiben Sie in einer fließenden Bewegung sobald Sie die Box verlassen haben – warten oder pausieren Sie nicht!  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34503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B1C5F-EBDF-7DFE-A7D0-B127ABDC7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D935641-DE62-F861-C263-99C0EA10A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24" y="233706"/>
            <a:ext cx="2747192" cy="22069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A519DA2-EEB5-F032-C24B-529043A96FC3}"/>
              </a:ext>
            </a:extLst>
          </p:cNvPr>
          <p:cNvSpPr txBox="1"/>
          <p:nvPr/>
        </p:nvSpPr>
        <p:spPr>
          <a:xfrm>
            <a:off x="3494028" y="670606"/>
            <a:ext cx="48392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If the number is </a:t>
            </a:r>
            <a:r>
              <a:rPr lang="en-GB" b="1" dirty="0"/>
              <a:t>NOT </a:t>
            </a:r>
            <a:r>
              <a:rPr lang="en-GB" dirty="0"/>
              <a:t>1 or 9 (i.e., 2, 3, 4, 6, 7, or 8), move your cursor to the number box and </a:t>
            </a:r>
            <a:r>
              <a:rPr lang="en-GB" b="1" dirty="0"/>
              <a:t>click</a:t>
            </a:r>
            <a:r>
              <a:rPr lang="en-GB" dirty="0"/>
              <a:t> inside it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Only return the cursor to the bottom of the screen when the black box turns blue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02A3CB-7DB5-9B66-9FB3-7E59AF2BB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24" y="2970501"/>
            <a:ext cx="2742613" cy="22069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D19901F-FFDD-1D05-1A34-FE788A5E63B3}"/>
              </a:ext>
            </a:extLst>
          </p:cNvPr>
          <p:cNvSpPr txBox="1"/>
          <p:nvPr/>
        </p:nvSpPr>
        <p:spPr>
          <a:xfrm>
            <a:off x="3380906" y="3196793"/>
            <a:ext cx="49523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If the number is 1 or 9, </a:t>
            </a:r>
            <a:r>
              <a:rPr lang="en-GB" b="1" dirty="0"/>
              <a:t>stop moving </a:t>
            </a:r>
            <a:r>
              <a:rPr lang="en-GB" dirty="0"/>
              <a:t>immediately and wait for the trial to end automatically!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Only return the cursor to the bottom of the screen when the black box turns blue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E739D7-B968-D68B-A480-06C17867661F}"/>
              </a:ext>
            </a:extLst>
          </p:cNvPr>
          <p:cNvSpPr txBox="1"/>
          <p:nvPr/>
        </p:nvSpPr>
        <p:spPr>
          <a:xfrm>
            <a:off x="0" y="5353353"/>
            <a:ext cx="119905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Important: Keep moving - once you move out of the black box, do not wait/pause. Be as fast and accurate as possible with your response. </a:t>
            </a:r>
            <a:endParaRPr lang="en-US" sz="20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8E7048B-7A71-0789-60AF-19D650CD6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455" y="233706"/>
            <a:ext cx="2794131" cy="22446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AE43902-F25F-938D-923A-1ACFB1FD5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455" y="2825628"/>
            <a:ext cx="2794131" cy="22446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55CC233-F4D1-3A65-2F3F-84C058B7B459}"/>
              </a:ext>
            </a:extLst>
          </p:cNvPr>
          <p:cNvSpPr txBox="1"/>
          <p:nvPr/>
        </p:nvSpPr>
        <p:spPr>
          <a:xfrm>
            <a:off x="2701292" y="6221737"/>
            <a:ext cx="717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Press space bar for further instructions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73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B453F-C165-CD92-67D2-21B8A35F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362E60C-851A-8D63-7209-328FFA362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7" y="2980025"/>
            <a:ext cx="2747192" cy="22069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2348B8E-B773-4FAB-074A-984ADE0AACDB}"/>
              </a:ext>
            </a:extLst>
          </p:cNvPr>
          <p:cNvSpPr txBox="1"/>
          <p:nvPr/>
        </p:nvSpPr>
        <p:spPr>
          <a:xfrm>
            <a:off x="3494028" y="532105"/>
            <a:ext cx="48392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Wenn die Zahl 1 oder 9 erscheint, hören Sie sofort auf sich zu bewegen und</a:t>
            </a:r>
            <a:r>
              <a:rPr lang="de-DE" dirty="0"/>
              <a:t> </a:t>
            </a:r>
            <a:r>
              <a:rPr lang="de-DE" b="1" dirty="0"/>
              <a:t>klicken Sie nicht!</a:t>
            </a:r>
            <a:r>
              <a:rPr lang="de-DE" dirty="0"/>
              <a:t> Warten Sie, bis der Versuch automatisch beendet wird.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Gehen Sie erst zurück, wenn die schwarze Box am unteren Rand wieder blau wird. 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48644-EAAD-CD81-BFFD-0E52926BF8EE}"/>
              </a:ext>
            </a:extLst>
          </p:cNvPr>
          <p:cNvSpPr txBox="1"/>
          <p:nvPr/>
        </p:nvSpPr>
        <p:spPr>
          <a:xfrm>
            <a:off x="3380906" y="3094052"/>
            <a:ext cx="49523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Wenn die Nummer 2,3,4,6,7 oder 8 erscheint, bewegen Sie die Maus zu der Nummer in der weißen Box und klicken Sie mit der linken Maustaste.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Gehen Sie erst zurück, wenn die schwarze Box am unteren Rand wieder blau wird.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12F4091F-922E-C0AD-A415-AAB8D0536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36" y="444313"/>
            <a:ext cx="2742613" cy="2206911"/>
          </a:xfrm>
          <a:prstGeom prst="rect">
            <a:avLst/>
          </a:prstGeom>
        </p:spPr>
      </p:pic>
      <p:sp>
        <p:nvSpPr>
          <p:cNvPr id="4" name="TextBox 11">
            <a:extLst>
              <a:ext uri="{FF2B5EF4-FFF2-40B4-BE49-F238E27FC236}">
                <a16:creationId xmlns:a16="http://schemas.microsoft.com/office/drawing/2014/main" id="{A47F0C44-C291-12DE-C0DC-9362D2060203}"/>
              </a:ext>
            </a:extLst>
          </p:cNvPr>
          <p:cNvSpPr txBox="1"/>
          <p:nvPr/>
        </p:nvSpPr>
        <p:spPr>
          <a:xfrm>
            <a:off x="394857" y="5428173"/>
            <a:ext cx="11402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Wichtig: Bleiben Sie in einer fließenden Bewegung sobald Sie die Box verlassen haben – warten oder pausieren Sie nicht!   </a:t>
            </a:r>
            <a:endParaRPr lang="en-US" sz="2000" b="1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E9C903F-5505-3835-DDEA-9569174BC477}"/>
              </a:ext>
            </a:extLst>
          </p:cNvPr>
          <p:cNvSpPr txBox="1"/>
          <p:nvPr/>
        </p:nvSpPr>
        <p:spPr>
          <a:xfrm>
            <a:off x="2318748" y="6229021"/>
            <a:ext cx="7554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Drücken Sie die Leertaste für weitere Anweisungen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30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Breitbild</PresentationFormat>
  <Paragraphs>29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DEVI MAHESAN</dc:creator>
  <cp:lastModifiedBy>Lehre Psychologie 6</cp:lastModifiedBy>
  <cp:revision>13</cp:revision>
  <dcterms:created xsi:type="dcterms:W3CDTF">2025-04-10T12:27:07Z</dcterms:created>
  <dcterms:modified xsi:type="dcterms:W3CDTF">2025-05-19T10:37:38Z</dcterms:modified>
</cp:coreProperties>
</file>